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&amp;  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867912" y="320040"/>
            <a:ext cx="131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178552" y="320040"/>
            <a:ext cx="131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89192" y="320040"/>
            <a:ext cx="131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99832" y="320040"/>
            <a:ext cx="131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10472" y="320040"/>
            <a:ext cx="131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1112" y="320040"/>
            <a:ext cx="131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134356" y="1234440"/>
            <a:ext cx="1920240" cy="1920240"/>
          </a:xfrm>
          <a:prstGeom prst="ellipse">
            <a:avLst/>
          </a:prstGeom>
          <a:ln w="15875">
            <a:solidFill>
              <a:srgbClr val="B08D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34356" y="12344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•  L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Kathreen Marie Dela Cruz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391363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315968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Lawrence Gerald Olvena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50749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C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 In His Light, We Found Each Other. 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7150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 ·  OCTOBER 23, 2026  ·  1:30 PM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0807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Parroquia del Espiritu Santo  ·  San Luis, Tarlac City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2B1F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&amp;  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679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855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8919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9983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1047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11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9601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DATE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23, 2026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 ·  1:30 in the Afternoon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71116" y="297180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4EEE6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71116" y="31363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071116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74236" y="297180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4EEE6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4236" y="31363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174236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7356" y="297180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4EEE6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7356" y="31363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277356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80476" y="2971800"/>
            <a:ext cx="1737360" cy="1554480"/>
          </a:xfrm>
          <a:prstGeom prst="roundRect">
            <a:avLst>
              <a:gd name="adj" fmla="val 4706"/>
            </a:avLst>
          </a:prstGeom>
          <a:solidFill>
            <a:srgbClr val="F4EEE6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0476" y="31363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1F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380476" y="4023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countdown updates automatically once this section is published to your wedding website.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2B1F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&amp;  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679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855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8919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9983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1047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11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9601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1554480"/>
            <a:ext cx="4663440" cy="4206240"/>
          </a:xfrm>
          <a:prstGeom prst="roundRect">
            <a:avLst>
              <a:gd name="adj" fmla="val 1304"/>
            </a:avLst>
          </a:prstGeom>
          <a:solidFill>
            <a:srgbClr val="F4EEE6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29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Favorite Photo Here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16916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Began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760720" y="233172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your love story here — how you met, the moment you knew, and the proposal. A few warm, personal paragraphs go a long way in making this section feel like you. 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5623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Kathreen &amp; Lawrence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2B1F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&amp;  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679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855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8919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9983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1047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11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9601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DETAILS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" y="1508760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5875">
            <a:solidFill>
              <a:srgbClr val="E3DA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136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CEREMONY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88136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Parroquia del Espiritu Santo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88136" y="2743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Luis, Tarlac City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88136" y="3246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Friday, October 23, 2026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in the Afternoon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88136" y="4069080"/>
            <a:ext cx="4389120" cy="1463040"/>
          </a:xfrm>
          <a:prstGeom prst="roundRect">
            <a:avLst>
              <a:gd name="adj" fmla="val 3750"/>
            </a:avLst>
          </a:prstGeom>
          <a:solidFill>
            <a:srgbClr val="F4EEE6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4389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QR CODE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88136" y="4892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directions to the church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45936" y="1508760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5875">
            <a:solidFill>
              <a:srgbClr val="E3DA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RECEPTION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11696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 Garden Hotel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711696" y="2743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Brgy. Sto. Cristo, Aquino Subd.,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Tarlac City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11696" y="3383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 festivities to follow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the ceremony.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11696" y="4069080"/>
            <a:ext cx="4389120" cy="1463040"/>
          </a:xfrm>
          <a:prstGeom prst="roundRect">
            <a:avLst>
              <a:gd name="adj" fmla="val 3750"/>
            </a:avLst>
          </a:prstGeom>
          <a:solidFill>
            <a:srgbClr val="F4EEE6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4389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QR CODE 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11696" y="4892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directions to the venue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2B1F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&amp;  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679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855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8919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9983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1047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11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9601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ENTOURAGE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OF THE BRIDE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Mrs. Zenaida P. Dela Cruz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Romeo V. Dela Cruz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OF THE GROOM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Mrs. Regina B. Olvena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Rommel V. Bansil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25146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SPONSORS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Danilo S. Hermogenes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Gerardo S. Domingo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Arnel A. Vitug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Celedonio S. Roberto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Lauro A.D. Puno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Gerardo G. Navarro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Jose V. Bautista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Hilarion C. Olvena II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88036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Edna F. Angeles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Jocelyn S. Caraang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Sheryl B. Martin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Melissa D.C. Abad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Myrla D.C. Puno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Rosalyn B. Navarro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Marissa V. David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Annchie-Lyn M. Olvena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Entourage — page 1 of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2B1F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&amp;  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679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855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8919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9983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1047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11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9601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ENTOURAGE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MATRON OF HONOR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Remy Joy B. Bumanlag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417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Nikko Montemayor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2194560"/>
            <a:ext cx="1218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SPONSORS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51460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6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Light Our Path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2788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 B. Monsalve   |   Ma. Angela C. Ocampo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788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 Arsid S.D. Gayla   |   Jacob Freud N. Salonga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1181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6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Clothe Us as One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33924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Lorenza Genevieve B. Olvena   |   Shara Marie D.R. Baun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3924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Eugene Dave B. Singque   |   Carl Eugene D.C. Bansil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72160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6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Bind Us Together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995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Donnita Anne D.C. Roberto   |   Marielle R. Sanqui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995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Daryl B. Bustos   |   Gerard Leo B. Navarro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462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BEARER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4718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Jakiro Renzzel D.L. Dela Cruz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4462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BEARER  ·  COIN BEARER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47183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Marion Jared R. Duag  ·  Leeyan Juan B. Florano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446227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GIRLS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55280" y="47183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Samantha Lorraine O. Dasig, Mickyla Jade R. Duag, Jean Arabella F. Montemayor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Entourage — page 2 of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2B1F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&amp;  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679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855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8919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9983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1047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11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9601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ATTIRE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Dress Code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6596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are kindly encouraged to wear semi-formal attire in shades of brown, beige, khaki, and other earth tones.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96996" y="2926080"/>
            <a:ext cx="822960" cy="822960"/>
          </a:xfrm>
          <a:prstGeom prst="ellipse">
            <a:avLst/>
          </a:prstGeom>
          <a:solidFill>
            <a:srgbClr val="3E1F1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39996" y="2926080"/>
            <a:ext cx="822960" cy="822960"/>
          </a:xfrm>
          <a:prstGeom prst="ellipse">
            <a:avLst/>
          </a:prstGeom>
          <a:solidFill>
            <a:srgbClr val="4A3B3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82996" y="2926080"/>
            <a:ext cx="822960" cy="822960"/>
          </a:xfrm>
          <a:prstGeom prst="ellipse">
            <a:avLst/>
          </a:prstGeom>
          <a:solidFill>
            <a:srgbClr val="8B4A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25996" y="2926080"/>
            <a:ext cx="822960" cy="822960"/>
          </a:xfrm>
          <a:prstGeom prst="ellipse">
            <a:avLst/>
          </a:prstGeom>
          <a:solidFill>
            <a:srgbClr val="C9B79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68996" y="2926080"/>
            <a:ext cx="822960" cy="822960"/>
          </a:xfrm>
          <a:prstGeom prst="ellipse">
            <a:avLst/>
          </a:prstGeom>
          <a:solidFill>
            <a:srgbClr val="6B3F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4160520"/>
            <a:ext cx="5943600" cy="1920240"/>
          </a:xfrm>
          <a:prstGeom prst="roundRect">
            <a:avLst>
              <a:gd name="adj" fmla="val 2857"/>
            </a:avLst>
          </a:prstGeom>
          <a:solidFill>
            <a:srgbClr val="F4EEE6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Outfit Inspiration Board 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Kindly avoid white, ivory, and champagne, reserved for the couple.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2B1F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&amp;  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679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855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8919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9983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1047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11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9601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Kindly Respond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828800" y="20574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Kindly RSVP by September 30, 2026. Please confirm your attendance through Messenger or via SMS at 0917 368 6440.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66160" y="2880360"/>
            <a:ext cx="50292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5875">
            <a:solidFill>
              <a:srgbClr val="E3DA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31546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383280"/>
            <a:ext cx="4297680" cy="384048"/>
          </a:xfrm>
          <a:prstGeom prst="roundRect">
            <a:avLst>
              <a:gd name="adj" fmla="val 9524"/>
            </a:avLst>
          </a:prstGeom>
          <a:solidFill>
            <a:srgbClr val="F4EEE6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39319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you be attending?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4160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B1F18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4160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Joyfully Accept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4160520"/>
            <a:ext cx="1554480" cy="384048"/>
          </a:xfrm>
          <a:prstGeom prst="roundRect">
            <a:avLst>
              <a:gd name="adj" fmla="val 50000"/>
            </a:avLst>
          </a:prstGeom>
          <a:ln w="12700">
            <a:solidFill>
              <a:srgbClr val="2B1F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41605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Regretfully Decline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31920" y="47091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Guests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0" y="4937760"/>
            <a:ext cx="4297680" cy="384048"/>
          </a:xfrm>
          <a:prstGeom prst="roundRect">
            <a:avLst>
              <a:gd name="adj" fmla="val 9524"/>
            </a:avLst>
          </a:prstGeom>
          <a:solidFill>
            <a:srgbClr val="F4EEE6"/>
          </a:solidFill>
          <a:ln w="12700">
            <a:solidFill>
              <a:srgbClr val="E3DA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0" y="5486400"/>
            <a:ext cx="4297680" cy="411480"/>
          </a:xfrm>
          <a:prstGeom prst="roundRect">
            <a:avLst>
              <a:gd name="adj" fmla="val 13333"/>
            </a:avLst>
          </a:prstGeom>
          <a:solidFill>
            <a:srgbClr val="B08D57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5486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RSVP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2B1F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&amp;  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679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17855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8919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9983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1047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1112" y="0"/>
            <a:ext cx="131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9601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91556" y="1737360"/>
            <a:ext cx="1005840" cy="1005840"/>
          </a:xfrm>
          <a:prstGeom prst="ellipse">
            <a:avLst/>
          </a:prstGeom>
          <a:ln w="15875">
            <a:solidFill>
              <a:srgbClr val="B08D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3308" y="2039112"/>
            <a:ext cx="402336" cy="402336"/>
          </a:xfrm>
          <a:prstGeom prst="diamond">
            <a:avLst/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Note on Gifts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23160" y="3703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presence is the greatest blessing we could ask for. Should you wish to give, a monetary gift would be greatly appreciated.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1463040"/>
            <a:ext cx="1554480" cy="1554480"/>
          </a:xfrm>
          <a:prstGeom prst="ellipse">
            <a:avLst/>
          </a:prstGeom>
          <a:ln w="15875">
            <a:solidFill>
              <a:srgbClr val="B08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7236" y="1463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 •  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i="1" dirty="0">
                <a:solidFill>
                  <a:srgbClr val="B08D5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41605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8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wait to celebrate this joyous occasion with you.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2120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Kathreen &amp; Lawrence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50" kern="0" dirty="0">
                <a:solidFill>
                  <a:srgbClr val="C9B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23,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2026-08-06T05:37:43Z</dcterms:created>
  <dcterms:modified xsi:type="dcterms:W3CDTF">2026-08-06T05:37:43Z</dcterms:modified>
</cp:coreProperties>
</file>